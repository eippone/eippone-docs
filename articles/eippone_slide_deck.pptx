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EIPPONE Simulation 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Simulation-Driven Intelligence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e^{iθ} = cos(θ) + i sin(θ)</a:t>
            </a:r>
          </a:p>
          <a:p>
            <a:r>
              <a:t>Real = observed data</a:t>
            </a:r>
          </a:p>
          <a:p>
            <a:r>
              <a:t>Imaginary = hidden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→ Synthetic Data → Simulation → AI Insights → Decision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